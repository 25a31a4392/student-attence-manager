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Attendance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 Project in C</a:t>
            </a:r>
          </a:p>
          <a:p>
            <a:r>
              <a:t>Name: Kavya Raghuram</a:t>
            </a:r>
          </a:p>
          <a:p>
            <a:r>
              <a:t>College: Pragati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Attendance Manager is a C-based project used to manage student attendance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student details</a:t>
            </a:r>
          </a:p>
          <a:p>
            <a:r>
              <a:t>• Mark attendance</a:t>
            </a:r>
          </a:p>
          <a:p>
            <a:r>
              <a:t>• View attendance records</a:t>
            </a:r>
          </a:p>
          <a:p>
            <a:r>
              <a:t>• Use file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student</a:t>
            </a:r>
          </a:p>
          <a:p>
            <a:r>
              <a:t>• Mark present/absent</a:t>
            </a:r>
          </a:p>
          <a:p>
            <a:r>
              <a:t>• View records</a:t>
            </a:r>
          </a:p>
          <a:p>
            <a:r>
              <a:t>• Simple menu-driven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 Programming Language</a:t>
            </a:r>
          </a:p>
          <a:p>
            <a:r>
              <a:t>• File Handling</a:t>
            </a:r>
          </a:p>
          <a:p>
            <a:r>
              <a:t>•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helps in managing attendance digitally and improves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